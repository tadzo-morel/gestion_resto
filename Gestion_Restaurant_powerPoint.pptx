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notesMasterIdLst>
    <p:notesMasterId r:id="rId8"/>
  </p:notesMasterIdLst>
  <p:sldIdLst>
    <p:sldId id="260" r:id="rId2"/>
    <p:sldId id="257" r:id="rId3"/>
    <p:sldId id="262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3313E-9315-4D62-A5B1-3E1FE4A92EFC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1AD67-3779-482A-8A3E-424E1B7C595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3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AE59743-683C-4279-9E83-23C937C99CF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23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9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70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75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4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96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57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6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47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79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3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descr="Verres sur une table">
            <a:extLst>
              <a:ext uri="{FF2B5EF4-FFF2-40B4-BE49-F238E27FC236}">
                <a16:creationId xmlns:a16="http://schemas.microsoft.com/office/drawing/2014/main" id="{8560CB95-F807-46B3-8A39-B650A8906A3F}"/>
              </a:ext>
            </a:extLst>
          </p:cNvPr>
          <p:cNvSpPr/>
          <p:nvPr userDrawn="1"/>
        </p:nvSpPr>
        <p:spPr>
          <a:xfrm>
            <a:off x="5199825" y="0"/>
            <a:ext cx="6992175" cy="6858000"/>
          </a:xfrm>
          <a:prstGeom prst="rect">
            <a:avLst/>
          </a:prstGeom>
          <a:blipFill>
            <a:blip r:embed="rId2"/>
            <a:srcRect/>
            <a:stretch>
              <a:fillRect t="-418" b="-4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Rectangle 6" descr="Masque du trait de pinceau">
            <a:extLst>
              <a:ext uri="{FF2B5EF4-FFF2-40B4-BE49-F238E27FC236}">
                <a16:creationId xmlns:a16="http://schemas.microsoft.com/office/drawing/2014/main" id="{09350598-7231-484F-ABFF-7D42DB8424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568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CBC4D2-04A1-4388-B041-D25EA3246F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924" y="3482526"/>
            <a:ext cx="6238970" cy="1967770"/>
          </a:xfrm>
        </p:spPr>
        <p:txBody>
          <a:bodyPr rtlCol="0" anchor="b">
            <a:normAutofit/>
          </a:bodyPr>
          <a:lstStyle>
            <a:lvl1pPr algn="l">
              <a:lnSpc>
                <a:spcPct val="85000"/>
              </a:lnSpc>
              <a:defRPr sz="5500"/>
            </a:lvl1pPr>
          </a:lstStyle>
          <a:p>
            <a:pPr rtl="0"/>
            <a:r>
              <a:rPr lang="fr-FR" noProof="0"/>
              <a:t>CLIQUEZ POUR </a:t>
            </a:r>
            <a:br>
              <a:rPr lang="fr-FR" noProof="0"/>
            </a:br>
            <a:r>
              <a:rPr lang="fr-FR" noProof="0"/>
              <a:t>MODIFIER LE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22EDEE-795E-4F38-9546-83FC7F925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924" y="5646875"/>
            <a:ext cx="6238970" cy="505934"/>
          </a:xfrm>
        </p:spPr>
        <p:txBody>
          <a:bodyPr rtlCol="0">
            <a:noAutofit/>
          </a:bodyPr>
          <a:lstStyle>
            <a:lvl1pPr marL="0" indent="0" algn="l">
              <a:buNone/>
              <a:defRPr sz="32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Modifier le style des sous-titres du masque</a:t>
            </a:r>
            <a:endParaRPr lang="fr-FR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BFAD3E-7077-4F6A-9BC8-4508F2B4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CD0B8EF-D115-4769-B910-3D957B055BA0}" type="datetime1">
              <a:rPr lang="fr-FR" smtClean="0"/>
              <a:pPr/>
              <a:t>05/10/2025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794AFC-07BE-4BCA-8E8F-AA68C7F7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70EFB6A-EF00-4DD9-9184-AFC328D0236C}"/>
              </a:ext>
            </a:extLst>
          </p:cNvPr>
          <p:cNvCxnSpPr>
            <a:cxnSpLocks/>
          </p:cNvCxnSpPr>
          <p:nvPr userDrawn="1"/>
        </p:nvCxnSpPr>
        <p:spPr>
          <a:xfrm>
            <a:off x="959490" y="5453416"/>
            <a:ext cx="4325112" cy="0"/>
          </a:xfrm>
          <a:prstGeom prst="line">
            <a:avLst/>
          </a:prstGeom>
          <a:ln w="254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’image 14" descr="Votre logo">
            <a:extLst>
              <a:ext uri="{FF2B5EF4-FFF2-40B4-BE49-F238E27FC236}">
                <a16:creationId xmlns:a16="http://schemas.microsoft.com/office/drawing/2014/main" id="{FC85CAB4-100C-489B-BC14-9A3F41B7EC8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3091" y="873125"/>
            <a:ext cx="1646237" cy="1149350"/>
          </a:xfrm>
          <a:noFill/>
        </p:spPr>
        <p:txBody>
          <a:bodyPr wrap="square" lIns="46800" rIns="4680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">
                <a:solidFill>
                  <a:srgbClr val="8D6347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4543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BA438-5B89-451C-AE72-ADB12214A3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E6EEC-BDFB-4C18-AE7C-58D99168710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7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0BDA37A0-5B4C-408D-AA8C-D74A602CA95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tretch>
            <a:fillRect/>
          </a:stretch>
        </p:blipFill>
        <p:spPr>
          <a:xfrm>
            <a:off x="956993" y="571501"/>
            <a:ext cx="1638433" cy="1104900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C771BA1-104B-437A-BD2C-C1120088E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" y="1676401"/>
            <a:ext cx="6629400" cy="3695699"/>
          </a:xfrm>
        </p:spPr>
        <p:txBody>
          <a:bodyPr rtlCol="0">
            <a:normAutofit/>
          </a:bodyPr>
          <a:lstStyle/>
          <a:p>
            <a:r>
              <a:rPr lang="fr-CM" sz="4400" dirty="0" smtClean="0">
                <a:latin typeface="Arial Black" panose="020B0A04020102020204" pitchFamily="34" charset="0"/>
              </a:rPr>
              <a:t/>
            </a:r>
            <a:br>
              <a:rPr lang="fr-CM" sz="4400" dirty="0" smtClean="0">
                <a:latin typeface="Arial Black" panose="020B0A04020102020204" pitchFamily="34" charset="0"/>
              </a:rPr>
            </a:br>
            <a:r>
              <a:rPr lang="fr-CM" sz="4400" dirty="0" smtClean="0">
                <a:latin typeface="Arial Black" panose="020B0A04020102020204" pitchFamily="34" charset="0"/>
              </a:rPr>
              <a:t>         </a:t>
            </a:r>
            <a:r>
              <a:rPr lang="fr-CM" sz="4400" dirty="0" smtClean="0">
                <a:solidFill>
                  <a:schemeClr val="accent2"/>
                </a:solidFill>
                <a:latin typeface="Arial Black" panose="020B0A04020102020204" pitchFamily="34" charset="0"/>
              </a:rPr>
              <a:t>GESTION</a:t>
            </a:r>
            <a:br>
              <a:rPr lang="fr-CM" sz="4400" dirty="0" smtClean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r>
              <a:rPr lang="fr-CM" sz="4400" dirty="0" smtClean="0">
                <a:solidFill>
                  <a:schemeClr val="accent2"/>
                </a:solidFill>
                <a:latin typeface="Arial Black" panose="020B0A04020102020204" pitchFamily="34" charset="0"/>
              </a:rPr>
              <a:t>      RESTAURANT</a:t>
            </a:r>
            <a:r>
              <a:rPr lang="fr-CM" sz="4400" dirty="0" smtClean="0">
                <a:latin typeface="Arial Black" panose="020B0A04020102020204" pitchFamily="34" charset="0"/>
              </a:rPr>
              <a:t/>
            </a:r>
            <a:br>
              <a:rPr lang="fr-CM" sz="4400" dirty="0" smtClean="0">
                <a:latin typeface="Arial Black" panose="020B0A04020102020204" pitchFamily="34" charset="0"/>
              </a:rPr>
            </a:br>
            <a:r>
              <a:rPr lang="fr-CM" sz="4400" dirty="0" smtClean="0">
                <a:latin typeface="Arial Black" panose="020B0A04020102020204" pitchFamily="34" charset="0"/>
              </a:rPr>
              <a:t/>
            </a:r>
            <a:br>
              <a:rPr lang="fr-CM" sz="4400" dirty="0" smtClean="0">
                <a:latin typeface="Arial Black" panose="020B0A04020102020204" pitchFamily="34" charset="0"/>
              </a:rPr>
            </a:br>
            <a:endParaRPr lang="fr-FR" sz="4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2F902E-562E-4C59-9195-659D40C6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924" y="5372100"/>
            <a:ext cx="6238970" cy="1216025"/>
          </a:xfrm>
        </p:spPr>
        <p:txBody>
          <a:bodyPr rtlCol="0"/>
          <a:lstStyle/>
          <a:p>
            <a:r>
              <a:rPr lang="fr-FR" dirty="0"/>
              <a:t>Projet de Morel Aimé Tadzo - Étudiant en Informatique, Université de Douala.</a:t>
            </a:r>
            <a:endParaRPr lang="en-US" dirty="0">
              <a:latin typeface="Arial Rounded MT Bold" panose="020F0704030504030204" pitchFamily="34" charset="0"/>
            </a:endParaRP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69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000">
        <p14:reveal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dirty="0"/>
              <a:t> </a:t>
            </a:r>
            <a:r>
              <a:rPr lang="fr-FR" dirty="0" smtClean="0"/>
              <a:t>                          </a:t>
            </a:r>
            <a:r>
              <a:rPr lang="fr-FR" i="1" dirty="0" smtClean="0">
                <a:solidFill>
                  <a:schemeClr val="accent2"/>
                </a:solidFill>
                <a:latin typeface="Algerian" panose="04020705040A02060702" pitchFamily="82" charset="0"/>
              </a:rPr>
              <a:t>commandes</a:t>
            </a:r>
            <a:endParaRPr lang="en-US" i="1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588" y="1763783"/>
            <a:ext cx="4081786" cy="5094217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98" y="1783453"/>
            <a:ext cx="8295802" cy="507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5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fr-CM" dirty="0" smtClean="0"/>
              <a:t>                           </a:t>
            </a:r>
            <a:r>
              <a:rPr lang="fr-CM" b="1" i="1" dirty="0" smtClean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rPr>
              <a:t>LIVRAISON</a:t>
            </a:r>
            <a:endParaRPr lang="en-US" b="1" i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5167312"/>
          </a:xfrm>
        </p:spPr>
      </p:pic>
    </p:spTree>
    <p:extLst>
      <p:ext uri="{BB962C8B-B14F-4D97-AF65-F5344CB8AC3E}">
        <p14:creationId xmlns:p14="http://schemas.microsoft.com/office/powerpoint/2010/main" val="976711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 smtClean="0"/>
              <a:t>                         </a:t>
            </a:r>
            <a:r>
              <a:rPr lang="fr-CM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APPRECIATION</a:t>
            </a:r>
            <a:endParaRPr lang="en-US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10515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7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889">
              <a:srgbClr val="D36C26"/>
            </a:gs>
            <a:gs pos="9257">
              <a:srgbClr val="BC5A17"/>
            </a:gs>
            <a:gs pos="90000">
              <a:srgbClr val="D9712A"/>
            </a:gs>
            <a:gs pos="0">
              <a:schemeClr val="accent2">
                <a:lumMod val="67000"/>
              </a:schemeClr>
            </a:gs>
            <a:gs pos="1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1592214"/>
          </a:xfrm>
        </p:spPr>
        <p:txBody>
          <a:bodyPr/>
          <a:lstStyle/>
          <a:p>
            <a:r>
              <a:rPr lang="fr-FR" b="0" i="1" dirty="0" smtClean="0">
                <a:latin typeface="Arial Rounded MT Bold" panose="020F0704030504030204" pitchFamily="34" charset="0"/>
              </a:rPr>
              <a:t>                     </a:t>
            </a:r>
            <a:r>
              <a:rPr lang="fr-FR" b="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RESERVATIONS</a:t>
            </a:r>
            <a:endParaRPr lang="en-US" b="0" i="1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Espace réservé du contenu 3" descr="Gambar : meja, restoran, bar, makan, makanan, prasmanan, desain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954" y="1918390"/>
            <a:ext cx="6584092" cy="49777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 4" descr="Cafe Interior · Free photo on Pixaba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137" y="1918390"/>
            <a:ext cx="5720863" cy="493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35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 smtClean="0"/>
              <a:t>                           </a:t>
            </a:r>
            <a:r>
              <a:rPr lang="fr-CM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RECEPTION</a:t>
            </a:r>
            <a:endParaRPr lang="en-US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14538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Image 3" descr="Le Meurice (2) | Janine Cheung | Flick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14539"/>
            <a:ext cx="105156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22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1000">
        <p:wipe/>
      </p:transition>
    </mc:Choice>
    <mc:Fallback>
      <p:transition spd="slow" advTm="100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</TotalTime>
  <Words>33</Words>
  <Application>Microsoft Office PowerPoint</Application>
  <PresentationFormat>Grand écran</PresentationFormat>
  <Paragraphs>8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Black</vt:lpstr>
      <vt:lpstr>Arial Rounded MT Bold</vt:lpstr>
      <vt:lpstr>Calibri</vt:lpstr>
      <vt:lpstr>Calibri Light</vt:lpstr>
      <vt:lpstr>Thème Office</vt:lpstr>
      <vt:lpstr>          GESTION       RESTAURANT  </vt:lpstr>
      <vt:lpstr>                            commandes</vt:lpstr>
      <vt:lpstr>                           LIVRAISON</vt:lpstr>
      <vt:lpstr>                         APPRECIATION</vt:lpstr>
      <vt:lpstr>                     RESERVATIONS</vt:lpstr>
      <vt:lpstr>                           RECEPTION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Restaurant</dc:title>
  <dc:creator>morel tadzo</dc:creator>
  <cp:lastModifiedBy>morel tadzo</cp:lastModifiedBy>
  <cp:revision>18</cp:revision>
  <dcterms:created xsi:type="dcterms:W3CDTF">2025-09-28T21:28:41Z</dcterms:created>
  <dcterms:modified xsi:type="dcterms:W3CDTF">2025-10-05T14:24:11Z</dcterms:modified>
</cp:coreProperties>
</file>